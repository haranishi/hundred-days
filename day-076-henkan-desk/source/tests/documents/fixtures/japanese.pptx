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latin typeface="Noto Sans CJK JP"/>
              </a:defRPr>
            </a:pPr>
            <a:r>
              <a:t>発表テスト：日本語のスライド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Noto Sans CJK JP"/>
              </a:defRPr>
            </a:pPr>
            <a:r>
              <a:t>本文と埋込画像をPDFへ変換します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75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